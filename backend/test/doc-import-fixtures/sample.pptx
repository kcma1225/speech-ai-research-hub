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講者備註：強調資料量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低資源語音辨識研究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以自監督預訓練模型為基礎</a:t>
            </a:r>
          </a:p>
          <a:p>
            <a:r>
              <a:t>Cross-lingual transfer for Taiwanese Hokkien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wav2vec 2.0 預訓練</a:t>
            </a:r>
          </a:p>
          <a:p>
            <a:r>
              <a:t>CTC 微調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